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3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587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2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1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79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631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276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905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11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699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253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865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FFED3B1-38D0-42EA-817E-FD481DED73DC}" type="datetimeFigureOut">
              <a:rPr lang="tr-TR" smtClean="0"/>
              <a:t>7.08.2026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9354333-F1A2-4020-A883-A5BB99E90D92}" type="slidenum">
              <a:rPr lang="tr-TR" smtClean="0"/>
              <a:t>‹#›</a:t>
            </a:fld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73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C# Değişken tanımlama ve veri tipleri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cap="none" dirty="0" smtClean="0"/>
              <a:t>ENGİN ARSLAN 																																						arslanengin3175@gmail.com</a:t>
            </a:r>
            <a:endParaRPr lang="tr-TR" cap="none" dirty="0"/>
          </a:p>
        </p:txBody>
      </p:sp>
    </p:spTree>
    <p:extLst>
      <p:ext uri="{BB962C8B-B14F-4D97-AF65-F5344CB8AC3E}">
        <p14:creationId xmlns:p14="http://schemas.microsoft.com/office/powerpoint/2010/main" val="397373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Ders kapsamında öğreneceklerimiz</a:t>
            </a:r>
            <a:endParaRPr lang="tr-T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2101264"/>
            <a:ext cx="505779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Değişken nedir?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Neden değişken kullanılır?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Değişken nasıl tanımlanır?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Temel veri tipleri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Örnek uygulamalar </a:t>
            </a:r>
          </a:p>
        </p:txBody>
      </p:sp>
    </p:spTree>
    <p:extLst>
      <p:ext uri="{BB962C8B-B14F-4D97-AF65-F5344CB8AC3E}">
        <p14:creationId xmlns:p14="http://schemas.microsoft.com/office/powerpoint/2010/main" val="336204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Nedir?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Bir program çalışırken verileri </a:t>
            </a:r>
            <a:r>
              <a:rPr lang="tr-TR" dirty="0" smtClean="0"/>
              <a:t>bellekte saklayıp kullandığımız </a:t>
            </a:r>
            <a:r>
              <a:rPr lang="tr-TR" dirty="0"/>
              <a:t>yapılara </a:t>
            </a:r>
            <a:r>
              <a:rPr lang="tr-TR" b="1" dirty="0"/>
              <a:t>değişken</a:t>
            </a:r>
            <a:r>
              <a:rPr lang="tr-TR" dirty="0"/>
              <a:t> denir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smtClean="0"/>
              <a:t>Verileri geçici olarak bellekte saklayabileceğimiz gibi kalıcı olarak SQL Server veya </a:t>
            </a:r>
            <a:r>
              <a:rPr lang="tr-TR" dirty="0" err="1" smtClean="0"/>
              <a:t>MySQL</a:t>
            </a:r>
            <a:r>
              <a:rPr lang="tr-TR" dirty="0" smtClean="0"/>
              <a:t> gibi veri tabanlarında da saklayabiliriz.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/>
              <a:t>Gerçek Hayattan Örnek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36893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dirty="0"/>
              <a:t>Bir kutunun üzerine etiket yapıştırdığınızı düşünün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 smtClean="0"/>
              <a:t>	Kutunun (Değişkenin) Adı </a:t>
            </a:r>
            <a:r>
              <a:rPr lang="tr-TR" dirty="0" smtClean="0"/>
              <a:t> </a:t>
            </a:r>
            <a:r>
              <a:rPr lang="tr-TR" dirty="0"/>
              <a:t>→ </a:t>
            </a:r>
            <a:r>
              <a:rPr lang="tr-TR" dirty="0" err="1" smtClean="0"/>
              <a:t>myInt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b="1" dirty="0" smtClean="0"/>
              <a:t>Kutunun </a:t>
            </a:r>
            <a:r>
              <a:rPr lang="tr-TR" b="1" dirty="0"/>
              <a:t>(Değişkenin)</a:t>
            </a:r>
            <a:r>
              <a:rPr lang="tr-TR" b="1" dirty="0" smtClean="0"/>
              <a:t> Değeri</a:t>
            </a:r>
            <a:r>
              <a:rPr lang="tr-TR" dirty="0" smtClean="0"/>
              <a:t> </a:t>
            </a:r>
            <a:r>
              <a:rPr lang="tr-TR" dirty="0"/>
              <a:t>→ </a:t>
            </a:r>
            <a:r>
              <a:rPr lang="tr-TR" dirty="0" smtClean="0"/>
              <a:t>Engin</a:t>
            </a:r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74" y="3232735"/>
            <a:ext cx="1501270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5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Değişken Kullanılır?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87219" y="2054018"/>
            <a:ext cx="5087075" cy="536005"/>
          </a:xfrm>
        </p:spPr>
        <p:txBody>
          <a:bodyPr/>
          <a:lstStyle/>
          <a:p>
            <a:r>
              <a:rPr lang="tr-TR" dirty="0"/>
              <a:t>Değişken Kullanmanın Avantajları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✔ </a:t>
            </a:r>
            <a:r>
              <a:rPr lang="tr-TR" dirty="0" smtClean="0"/>
              <a:t>Verilerimizi saklamamızı sağlar.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Aynı veriyi tekrar tekrar kullanabiliriz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Programın okunabilirliğini artırır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✔ Değerler gerektiğinde değiştirilebilir.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523736" y="1925242"/>
            <a:ext cx="5087073" cy="553373"/>
          </a:xfrm>
        </p:spPr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926785" y="2590023"/>
            <a:ext cx="3863675" cy="1356478"/>
          </a:xfrm>
          <a:prstGeom prst="rect">
            <a:avLst/>
          </a:prstGeom>
        </p:spPr>
      </p:pic>
      <p:sp>
        <p:nvSpPr>
          <p:cNvPr id="8" name="Metin Yer Tutucusu 4"/>
          <p:cNvSpPr txBox="1">
            <a:spLocks/>
          </p:cNvSpPr>
          <p:nvPr/>
        </p:nvSpPr>
        <p:spPr>
          <a:xfrm>
            <a:off x="6523736" y="4186361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Çıktı</a:t>
            </a:r>
            <a:endParaRPr lang="tr-TR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785" y="4970348"/>
            <a:ext cx="3869169" cy="103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5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Tanımlama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Genel Yazım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VeriTipi</a:t>
            </a:r>
            <a:r>
              <a:rPr lang="tr-TR" dirty="0"/>
              <a:t> </a:t>
            </a:r>
            <a:r>
              <a:rPr lang="tr-TR" dirty="0" err="1"/>
              <a:t>DegiskenAdi</a:t>
            </a:r>
            <a:r>
              <a:rPr lang="tr-TR" dirty="0"/>
              <a:t> = </a:t>
            </a:r>
            <a:r>
              <a:rPr lang="tr-TR" dirty="0" err="1"/>
              <a:t>Deger</a:t>
            </a:r>
            <a:r>
              <a:rPr lang="tr-TR" dirty="0" smtClean="0"/>
              <a:t>;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171817" y="2926052"/>
            <a:ext cx="3724071" cy="214047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3604399"/>
            <a:ext cx="485436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3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tr-TR" sz="6000" dirty="0"/>
          </a:p>
          <a:p>
            <a:pPr marL="0" indent="0" algn="ctr">
              <a:buNone/>
            </a:pPr>
            <a:r>
              <a:rPr lang="tr-TR" sz="6000" dirty="0" smtClean="0"/>
              <a:t>VERİ TİPLERİ</a:t>
            </a:r>
            <a:endParaRPr lang="tr-TR" sz="600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6" y="4806000"/>
            <a:ext cx="11876888" cy="18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5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int</a:t>
            </a:r>
            <a:r>
              <a:rPr lang="tr-TR" dirty="0" smtClean="0"/>
              <a:t>  (</a:t>
            </a:r>
            <a:r>
              <a:rPr lang="tr-TR" cap="none" dirty="0" smtClean="0"/>
              <a:t>Tam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pic>
        <p:nvPicPr>
          <p:cNvPr id="14" name="İçerik Yer Tutucusu 13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94609" y="2674360"/>
            <a:ext cx="3571459" cy="1741797"/>
          </a:xfrm>
          <a:prstGeom prst="rect">
            <a:avLst/>
          </a:prstGeom>
        </p:spPr>
      </p:pic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6052"/>
            <a:ext cx="39421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Pozitif ve negatif değer alabilir.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sık kullanılan sayısal veri tipidir.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err="1">
                <a:solidFill>
                  <a:schemeClr val="tx1"/>
                </a:solidFill>
                <a:latin typeface="Arial" panose="020B0604020202020204" pitchFamily="34" charset="0"/>
              </a:rPr>
              <a:t>Ondalıklı</a:t>
            </a: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 sayı tutamaz.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0" y="4562940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608" y="5263096"/>
            <a:ext cx="3783147" cy="11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9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double</a:t>
            </a:r>
            <a:r>
              <a:rPr lang="tr-TR" dirty="0" smtClean="0"/>
              <a:t>  (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53271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Virgüllü (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ondalıklı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sayıları saklar.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Matematiksel işlemlerde yaygın olarak kullanılır.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527579"/>
            <a:ext cx="3663243" cy="206564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02813"/>
            <a:ext cx="3690531" cy="117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0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float</a:t>
            </a:r>
            <a:r>
              <a:rPr lang="tr-TR" dirty="0" smtClean="0"/>
              <a:t>  (</a:t>
            </a:r>
            <a:r>
              <a:rPr lang="tr-TR" cap="none" dirty="0" err="1" smtClean="0"/>
              <a:t>Double’dan</a:t>
            </a:r>
            <a:r>
              <a:rPr lang="tr-TR" cap="none" dirty="0" smtClean="0"/>
              <a:t> Daha Az Hassas 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3063896"/>
            <a:ext cx="3044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veya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eki ile tanımlanır.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79" y="4171518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7"/>
            <a:ext cx="24545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Grafik Uygulamaları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Oyun Geliştirme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Sensör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Verileri</a:t>
            </a: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60471" y="2639417"/>
            <a:ext cx="4427604" cy="1889924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71" y="5440127"/>
            <a:ext cx="3631436" cy="97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decimal</a:t>
            </a:r>
            <a:r>
              <a:rPr lang="tr-TR" dirty="0"/>
              <a:t>  </a:t>
            </a:r>
            <a:r>
              <a:rPr lang="tr-TR" dirty="0" smtClean="0"/>
              <a:t>(</a:t>
            </a:r>
            <a:r>
              <a:rPr lang="tr-TR" cap="none" dirty="0" smtClean="0"/>
              <a:t>Yüksek Hassasiyet Gerektiren </a:t>
            </a:r>
            <a:r>
              <a:rPr lang="tr-TR" cap="none" dirty="0" err="1" smtClean="0"/>
              <a:t>Ondalıklı</a:t>
            </a:r>
            <a:r>
              <a:rPr lang="tr-TR" cap="none" dirty="0" smtClean="0"/>
              <a:t> Sayılar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41858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Finansal hesaplamalar için uygundur.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veya </a:t>
            </a: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eki ile tanımlanır.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641045"/>
            <a:ext cx="4046571" cy="1798476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66696"/>
            <a:ext cx="3915246" cy="999418"/>
          </a:xfrm>
          <a:prstGeom prst="rect">
            <a:avLst/>
          </a:prstGeom>
        </p:spPr>
      </p:pic>
      <p:sp>
        <p:nvSpPr>
          <p:cNvPr id="14" name="Metin Yer Tutucusu 2"/>
          <p:cNvSpPr txBox="1">
            <a:spLocks/>
          </p:cNvSpPr>
          <p:nvPr/>
        </p:nvSpPr>
        <p:spPr>
          <a:xfrm>
            <a:off x="942579" y="4171518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7"/>
            <a:ext cx="24545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Para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Maaş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Vergi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16201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string</a:t>
            </a:r>
            <a:r>
              <a:rPr lang="tr-TR" dirty="0" smtClean="0"/>
              <a:t>  (</a:t>
            </a:r>
            <a:r>
              <a:rPr lang="tr-TR" cap="none" dirty="0" smtClean="0"/>
              <a:t>2 ve 2’den Fazla Karakter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374980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Çift tırnak (</a:t>
            </a:r>
            <a:r>
              <a:rPr lang="tr-TR" b="1" dirty="0" smtClean="0"/>
              <a:t>"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b="1" dirty="0" smtClean="0"/>
              <a:t>"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ile tanımlanır.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Birden fazla karakter saklayabilir.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059551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664959"/>
            <a:ext cx="136454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Ad </a:t>
            </a: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Soyad</a:t>
            </a: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Şehir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Adres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E-posta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3" y="2616898"/>
            <a:ext cx="4160881" cy="195088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3" y="5472735"/>
            <a:ext cx="3804312" cy="9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char</a:t>
            </a:r>
            <a:r>
              <a:rPr lang="tr-TR" dirty="0" smtClean="0"/>
              <a:t>  (</a:t>
            </a:r>
            <a:r>
              <a:rPr lang="tr-TR" cap="none" dirty="0" smtClean="0"/>
              <a:t>Tek Karakter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786897"/>
            <a:ext cx="40319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Tek tırnak (</a:t>
            </a:r>
            <a:r>
              <a:rPr lang="tr-TR" b="1" dirty="0" smtClean="0"/>
              <a:t>‘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b="1" dirty="0" smtClean="0"/>
              <a:t>‘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) ile tanımlanır.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Bir harf, rakam veya sembol olabilir.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8"/>
            <a:ext cx="18004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Harf Notu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Cinsiyet Kodu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Menü Seçimi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39174" y="2527578"/>
            <a:ext cx="3804312" cy="2197761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74" y="5389777"/>
            <a:ext cx="3611394" cy="12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0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err="1" smtClean="0"/>
              <a:t>bool</a:t>
            </a:r>
            <a:r>
              <a:rPr lang="tr-TR" dirty="0" smtClean="0"/>
              <a:t>  (</a:t>
            </a:r>
            <a:r>
              <a:rPr lang="tr-TR" cap="none" dirty="0" smtClean="0"/>
              <a:t>Doğru veya Yanlış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5397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Yalnızca </a:t>
            </a:r>
            <a:r>
              <a:rPr lang="tr-TR" altLang="tr-TR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(Evet)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veya </a:t>
            </a:r>
            <a:r>
              <a:rPr lang="tr-TR" altLang="tr-TR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(Hayır)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değerlerini alabilir.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1" y="4721332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KULLANIM ALANLARI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941958"/>
            <a:ext cx="24502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Giriş Yapıldı mı?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tr-TR" altLang="tr-TR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Kullanıcı Aktif Mi?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Ürün Stokta Var mı?</a:t>
            </a:r>
            <a:endParaRPr lang="tr-TR" altLang="tr-TR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35944" y="2642650"/>
            <a:ext cx="5311600" cy="188230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44" y="5471084"/>
            <a:ext cx="3769032" cy="9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4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 smtClean="0"/>
              <a:t>var</a:t>
            </a:r>
            <a:r>
              <a:rPr lang="tr-TR" dirty="0" smtClean="0"/>
              <a:t>  (</a:t>
            </a:r>
            <a:r>
              <a:rPr lang="tr-TR" cap="none" dirty="0" smtClean="0"/>
              <a:t>İçinde Tüm Veri Tiplerini Barındırır</a:t>
            </a:r>
            <a:r>
              <a:rPr lang="tr-TR" dirty="0" smtClean="0"/>
              <a:t>)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smtClean="0"/>
              <a:t>Var anahtar kelimesi Nedir?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60471" y="197420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581193" y="2925397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var, değişkenin veri tipini atanan değere göre otomatik belirleyen anahtar kelimedir.</a:t>
            </a:r>
            <a:endParaRPr lang="tr-TR" altLang="tr-TR" i="1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6460470" y="4779135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sp>
        <p:nvSpPr>
          <p:cNvPr id="14" name="Metin Yer Tutucusu 2"/>
          <p:cNvSpPr txBox="1">
            <a:spLocks/>
          </p:cNvSpPr>
          <p:nvPr/>
        </p:nvSpPr>
        <p:spPr>
          <a:xfrm>
            <a:off x="942580" y="4185327"/>
            <a:ext cx="5087075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ÖZELLİKLERİ</a:t>
            </a:r>
            <a:endParaRPr lang="tr-TR" dirty="0"/>
          </a:p>
        </p:txBody>
      </p:sp>
      <p:sp>
        <p:nvSpPr>
          <p:cNvPr id="16" name="Rectangle 7"/>
          <p:cNvSpPr txBox="1">
            <a:spLocks noChangeArrowheads="1"/>
          </p:cNvSpPr>
          <p:nvPr/>
        </p:nvSpPr>
        <p:spPr bwMode="auto">
          <a:xfrm>
            <a:off x="581193" y="4779135"/>
            <a:ext cx="49039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» Derleyici veri tipini otomatik belirler.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tr-TR" altLang="tr-TR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>
                <a:solidFill>
                  <a:schemeClr val="tx1"/>
                </a:solidFill>
                <a:latin typeface="Arial" panose="020B0604020202020204" pitchFamily="34" charset="0"/>
              </a:rPr>
              <a:t>» 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İlk atanan değerden sonra veri tipi değişmez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ise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diye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string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ise </a:t>
            </a:r>
            <a:r>
              <a:rPr lang="tr-TR" altLang="tr-TR" sz="1600" i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string</a:t>
            </a:r>
            <a:r>
              <a:rPr lang="tr-TR" altLang="tr-TR" sz="1600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 diye kalır)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tr-TR" altLang="tr-TR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83897" y="2535798"/>
            <a:ext cx="3177344" cy="2304388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897" y="5379299"/>
            <a:ext cx="3177344" cy="119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cap="none" dirty="0"/>
              <a:t>v</a:t>
            </a:r>
            <a:r>
              <a:rPr lang="tr-TR" cap="none" dirty="0" smtClean="0"/>
              <a:t>ar İle Tanımlanan Değişkenin Veri Tipini Öğrenme</a:t>
            </a:r>
            <a:endParaRPr lang="tr-TR" cap="none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42580" y="2138355"/>
            <a:ext cx="5087075" cy="536005"/>
          </a:xfrm>
        </p:spPr>
        <p:txBody>
          <a:bodyPr/>
          <a:lstStyle/>
          <a:p>
            <a:r>
              <a:rPr lang="tr-TR" dirty="0" err="1" smtClean="0"/>
              <a:t>GetType</a:t>
            </a:r>
            <a:r>
              <a:rPr lang="tr-TR" dirty="0" smtClean="0"/>
              <a:t>() Nedir?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511294" y="3267585"/>
            <a:ext cx="5087073" cy="553373"/>
          </a:xfrm>
        </p:spPr>
        <p:txBody>
          <a:bodyPr/>
          <a:lstStyle/>
          <a:p>
            <a:r>
              <a:rPr lang="tr-TR" dirty="0" smtClean="0"/>
              <a:t>KOD ÖRNEĞİ</a:t>
            </a:r>
            <a:endParaRPr lang="tr-TR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sz="half" idx="2"/>
          </p:nvPr>
        </p:nvSpPr>
        <p:spPr bwMode="auto">
          <a:xfrm>
            <a:off x="3486117" y="2247835"/>
            <a:ext cx="49518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GetType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() metodu bir değişkenin 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veri tipini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tr-TR" altLang="tr-TR" b="1" dirty="0">
                <a:solidFill>
                  <a:schemeClr val="tx1"/>
                </a:solidFill>
                <a:latin typeface="Arial" panose="020B0604020202020204" pitchFamily="34" charset="0"/>
              </a:rPr>
              <a:t>ö</a:t>
            </a:r>
            <a:r>
              <a:rPr lang="tr-TR" altLang="tr-TR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ğrenmek için</a:t>
            </a:r>
            <a:r>
              <a:rPr lang="tr-TR" altLang="tr-TR" dirty="0" smtClean="0">
                <a:solidFill>
                  <a:schemeClr val="tx1"/>
                </a:solidFill>
                <a:latin typeface="Arial" panose="020B0604020202020204" pitchFamily="34" charset="0"/>
              </a:rPr>
              <a:t> kullanılır.</a:t>
            </a:r>
          </a:p>
        </p:txBody>
      </p:sp>
      <p:sp>
        <p:nvSpPr>
          <p:cNvPr id="15" name="Metin Yer Tutucusu 4"/>
          <p:cNvSpPr txBox="1">
            <a:spLocks/>
          </p:cNvSpPr>
          <p:nvPr/>
        </p:nvSpPr>
        <p:spPr>
          <a:xfrm>
            <a:off x="7104927" y="3267584"/>
            <a:ext cx="5087073" cy="553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smtClean="0"/>
              <a:t>ÇIKTI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11294" y="3845590"/>
            <a:ext cx="5392737" cy="2561099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37" y="3845589"/>
            <a:ext cx="4538014" cy="175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1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ar Payı">
  <a:themeElements>
    <a:clrScheme name="Kar Payı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Kar Payı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ar Payı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TM04033937[[fn=Uçak İzi]]</Template>
  <TotalTime>65</TotalTime>
  <Words>437</Words>
  <Application>Microsoft Office PowerPoint</Application>
  <PresentationFormat>Geniş ekran</PresentationFormat>
  <Paragraphs>139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 2</vt:lpstr>
      <vt:lpstr>Kar Payı</vt:lpstr>
      <vt:lpstr>C# Değişken tanımlama ve veri tipleri</vt:lpstr>
      <vt:lpstr>Ders kapsamında öğreneceklerimiz</vt:lpstr>
      <vt:lpstr>Değişken Nedir?</vt:lpstr>
      <vt:lpstr>Neden Değişken Kullanılır?</vt:lpstr>
      <vt:lpstr>Değişken Tanımlama</vt:lpstr>
      <vt:lpstr>PowerPoint Sunusu</vt:lpstr>
      <vt:lpstr>int  (Tam Sayılar)</vt:lpstr>
      <vt:lpstr>double  (Ondalıklı Sayılar)</vt:lpstr>
      <vt:lpstr>float  (Double’dan Daha Az Hassas Ondalıklı Sayılar)</vt:lpstr>
      <vt:lpstr>decimal  (Yüksek Hassasiyet Gerektiren Ondalıklı Sayılar)</vt:lpstr>
      <vt:lpstr>string  (2 ve 2’den Fazla Karakter)</vt:lpstr>
      <vt:lpstr>char  (Tek Karakter)</vt:lpstr>
      <vt:lpstr>bool  (Doğru veya Yanlış)</vt:lpstr>
      <vt:lpstr>var  (İçinde Tüm Veri Tiplerini Barındırır)</vt:lpstr>
      <vt:lpstr>var İle Tanımlanan Değişkenin Veri Tipini Öğrenme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Değişken tanımlama ve veri tipleri</dc:title>
  <dc:creator>Engin ARSLAN</dc:creator>
  <cp:lastModifiedBy>Engin ARSLAN</cp:lastModifiedBy>
  <cp:revision>11</cp:revision>
  <dcterms:created xsi:type="dcterms:W3CDTF">2026-08-06T20:10:58Z</dcterms:created>
  <dcterms:modified xsi:type="dcterms:W3CDTF">2026-08-06T21:18:08Z</dcterms:modified>
  <cp:contentStatus>Tamamlandı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